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architecture, not current state. The system runs today as a local Streamlit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services use the shared Azure services; individual arrows omitted for legibility. Only the Investigation service reaches Azure DevOps.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OnePulse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— React, FastAPI, and Azure Container Apps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61188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886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recorded in ADR-015 to ADR-022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changes, and why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works. The delivery model is what this replaces.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D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447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Streamlit to React + FastAPI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46504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OnePulse can safely run in a browser: the pipeline is Python, Managed Identity has no browser equivalent, and scope must be resolved server-side. A real API layer becomes mandatory.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692640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DE0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743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 to Azure Container Apps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449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image is required either way, because the ADO integration is a Node subprocess. Container Apps adds Managed Identity, internal ingress, and scale-to-zero.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9264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D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416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process to separate services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434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BFF holds session and shape; a core API owns the domain. Investigation is extracted because it is 80% of runtime and the only stage needing Node.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ADR-017, ADR-019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221224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DE0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3400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in-process to queue-coordinated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4184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six-minute run behind a queue survives restarts, scales on backlog, and lets the user close the browser without losing the run.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5340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component. The BFF is the only externally reachable service.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926080" y="1207008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0" y="1261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490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in browser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09360" y="1207008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261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4904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97880" y="1490472"/>
            <a:ext cx="36576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1773936"/>
            <a:ext cx="0" cy="20116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63040" y="1975104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20299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(FastAPI)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2585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ingress · session cookie · no data stores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0" y="2542032"/>
            <a:ext cx="0" cy="20116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463040" y="274320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279806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 (FastAPI)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0266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ingress only · owns the domain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3310128"/>
            <a:ext cx="0" cy="20116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651760" y="3511296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51760" y="35661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Queue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37947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results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3794760"/>
            <a:ext cx="27432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377440" y="3794760"/>
            <a:ext cx="0" cy="484632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12080" y="3794760"/>
            <a:ext cx="27432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486400" y="3794760"/>
            <a:ext cx="0" cy="484632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4400" y="4279392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3342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service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562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· critique · render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06240" y="4279392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3342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service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4562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Node MCP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77440" y="4846320"/>
            <a:ext cx="0" cy="20116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669280" y="4846320"/>
            <a:ext cx="0" cy="20116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4400" y="5047488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1023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schema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3309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findings · approvals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0" y="5047488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06240" y="51023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schema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206240" y="53309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results · own role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0" y="11887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Azure services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38160" y="1499616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38160" y="15544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138160" y="1783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+ embeddings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38160" y="2157984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38160" y="2212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2441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38160" y="2816352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38160" y="28712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8138160" y="30998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token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138160" y="347472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38160" y="35295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8138160" y="37581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.pptx files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0" y="4261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138160" y="457200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E8E8E4"/>
          </a:solidFill>
          <a:ln w="9525">
            <a:solidFill>
              <a:srgbClr val="6B6B6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138160" y="4626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8138160" y="4855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via scoped PAT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138160" y="5230368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E8E8E4"/>
          </a:solidFill>
          <a:ln w="9525">
            <a:solidFill>
              <a:srgbClr val="6B6B6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138160" y="52852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AX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8138160" y="5513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tracing · only egress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931920" y="60533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151376" y="6007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486400" y="60533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705856" y="6007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managed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40880" y="60533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8E8E4"/>
          </a:solidFill>
          <a:ln w="9525">
            <a:solidFill>
              <a:srgbClr val="6B6B6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260336" y="6007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Investigation is its own service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 a real 465-item run: 302 of 378 seconds.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0" y="123444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06240" y="1289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5179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Enqueues the run, returns 202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01368"/>
            <a:ext cx="0" cy="256032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2057400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1122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Queue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408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investigation-requests · findings-ready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2340864"/>
            <a:ext cx="173736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589520" y="2340864"/>
            <a:ext cx="173736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05840" y="278892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2843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service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72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· critique · render · persist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8080" y="278892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843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service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072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MCP · Python + Node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2340864"/>
            <a:ext cx="0" cy="448056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26880" y="2340864"/>
            <a:ext cx="0" cy="448056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34640" y="3355848"/>
            <a:ext cx="0" cy="256032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26880" y="3355848"/>
            <a:ext cx="0" cy="256032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5840" y="361188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666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895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role · no cross-access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361188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3666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schema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895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role · no cross-access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 w="9525">
            <a:solidFill>
              <a:srgbClr val="DDE0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754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runtime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9262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is 302s of a 378s run. Every other stage is seconds.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20440" y="46177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 w="9525">
            <a:solidFill>
              <a:srgbClr val="DDE0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03320" y="4754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stage needing Node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703320" y="499262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container drops the Node runtime entirely.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46177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 w="9525">
            <a:solidFill>
              <a:srgbClr val="DDE0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0" y="4754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consumer of the PAT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499262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 credential's blast radius shrinks to a single container.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281160" y="46177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 w="9525">
            <a:solidFill>
              <a:srgbClr val="DDE0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64040" y="4754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on queue depth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464040" y="499262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 scales Investigation independently of everything else.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053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makes the split real: the Reporting service asks Investigation over HTTP. It never connects to the investigation schema — enforced by database grants, not convention.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updates and report download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six-minute run, with no live connection to the worker.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480560" y="1234440"/>
            <a:ext cx="320040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0" y="12893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5179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every 3 seconds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1801368"/>
            <a:ext cx="0" cy="347472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23360" y="214884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22037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Authorises, then issues a short-lived SAS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2432304"/>
            <a:ext cx="109728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2432304"/>
            <a:ext cx="91440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97280" y="306324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118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table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46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· counts · terminal outcome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30632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1181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3467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.pptx files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2432304"/>
            <a:ext cx="0" cy="630936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52560" y="2432304"/>
            <a:ext cx="0" cy="630936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23360" y="397764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4032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service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261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progress and the rendered file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3630168"/>
            <a:ext cx="0" cy="630936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4023360" y="4261104"/>
            <a:ext cx="-109728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052560" y="3630168"/>
            <a:ext cx="0" cy="630936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8138160" y="4261104"/>
            <a:ext cx="91440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680960" y="1517904"/>
            <a:ext cx="365760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1338560" y="1517904"/>
            <a:ext cx="0" cy="182880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0698480" y="3346704"/>
            <a:ext cx="64008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headEnd type="triangle"/>
          </a:ln>
        </p:spPr>
      </p:sp>
      <p:sp>
        <p:nvSpPr>
          <p:cNvPr id="31" name="Text 29"/>
          <p:cNvSpPr txBox="1"/>
          <p:nvPr/>
        </p:nvSpPr>
        <p:spPr>
          <a:xfrm>
            <a:off x="9326880" y="11704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SAS download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8006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Polling, not push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005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lives in Postgres, so any replica can answer. Streaming would pin the browser to one replica and fight scale-to-zero.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48006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terminal states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02005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· routed to human review · not persisted because the week already exists · hard-stop defect. “Done” is not binary.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5778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during the quiet stretch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concurrent calls produce 4m17s of silence. Without a completion counter, a healthy run looks identical to a hang.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55778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bypasses the API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579729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user-delegation SAS is signed by Managed Identity. The browser fetches directly from Blob Storage; no container carries the transfer.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chat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halves. Only the read path has a user waiting.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 — building the index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path — answering a question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536192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910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service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8196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the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2084832"/>
            <a:ext cx="0" cy="24688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33172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3865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6151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chunking: report and finding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1536192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5910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8196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question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69680" y="2084832"/>
            <a:ext cx="0" cy="24688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66560" y="233172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3865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6151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only, no data stores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69680" y="2880360"/>
            <a:ext cx="0" cy="24688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66560" y="312724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DDE2F2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31821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4107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filter applied here, never client-supplied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2880360"/>
            <a:ext cx="0" cy="109728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869680" y="3675888"/>
            <a:ext cx="0" cy="301752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926080" y="3977640"/>
            <a:ext cx="5943600" cy="0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017520" y="3977640"/>
            <a:ext cx="0" cy="24688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737360" y="4224528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737360" y="42793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45079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3977640"/>
            <a:ext cx="0" cy="24688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0" y="4224528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0" y="42793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45079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601200" y="3977640"/>
            <a:ext cx="0" cy="246888"/>
          </a:xfrm>
          <a:prstGeom prst="line">
            <a:avLst/>
          </a:prstGeom>
          <a:noFill/>
          <a:ln w="15875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321040" y="4224528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CFE7EA"/>
          </a:solidFill>
          <a:ln w="9525">
            <a:solidFill>
              <a:srgbClr val="017A8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42793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45079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answer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0292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resolved server-side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28523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filter is derived from the authenticated actor, never sent by the client. With a visitor role, this line is the only thing standing between a visitor and reports they should not see.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434840" y="50292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to Azure DevOps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4434840" y="528523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answers from the report archive only. If a report never mentioned it, the honest answer is that it was not found — not a quieter second investigation. (ADR-008)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50292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bounds the answer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229600" y="528523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what came back from AI Search. That is what makes the honest not-found response possible, and every answer cites a real report ID.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on the record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written down with its cost, not only its benefit.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76072"/>
          </a:xfrm>
          <a:prstGeom prst="rect">
            <a:avLst/>
          </a:prstGeom>
          <a:solidFill>
            <a:srgbClr val="F7F8FC"/>
          </a:solidFill>
          <a:ln w="3175">
            <a:solidFill>
              <a:srgbClr val="F7F8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35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435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replaces Streamlit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4356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ADR-010. The REST layer that decision existed to avoid must now be built.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as compute target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0391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Scale-to-zero keeps compute inside the free grant. Cold starts on a Python + Node image are the trade.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11064240" cy="576072"/>
          </a:xfrm>
          <a:prstGeom prst="rect">
            <a:avLst/>
          </a:prstGeom>
          <a:solidFill>
            <a:srgbClr val="F7F8FC"/>
          </a:solidFill>
          <a:ln w="3175">
            <a:solidFill>
              <a:srgbClr val="F7F8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42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BFF and core API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6426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current requirement demands it. Recorded as a learning and extensibility choice.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246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session, no token in the browser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2461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are permanently unerasable, so a stolen token cannot be undone.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94176"/>
            <a:ext cx="11064240" cy="576072"/>
          </a:xfrm>
          <a:prstGeom prst="rect">
            <a:avLst/>
          </a:prstGeom>
          <a:solidFill>
            <a:srgbClr val="F7F8FC"/>
          </a:solidFill>
          <a:ln w="3175">
            <a:solidFill>
              <a:srgbClr val="F7F8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849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ADR-019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extracted, queue-coordinated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8496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runtime, the only stage needing Node, and the sole consumer of the ADO token.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453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ADR-020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453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Schema-per-service, not database-per-service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44531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isolation by database grants at no extra cost; promotable to a separate server later.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901184"/>
            <a:ext cx="11064240" cy="576072"/>
          </a:xfrm>
          <a:prstGeom prst="rect">
            <a:avLst/>
          </a:prstGeom>
          <a:solidFill>
            <a:srgbClr val="F7F8FC"/>
          </a:solidFill>
          <a:ln w="3175">
            <a:solidFill>
              <a:srgbClr val="F7F8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056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ADR-021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polling and SAS-based download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50566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 Postgres means any replica can answer; the browser fetches files directly.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660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ADR-022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783080" y="5660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stays synchronous, off the queue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56601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is waiting and there is nothing to survive. The queue exists for the six-minute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open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plainly, because volunteering it is stronger than being caught by it.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2A3570"/>
          </a:solidFill>
          <a:ln w="9525">
            <a:solidFill>
              <a:srgbClr val="3E4A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517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started. ADR-014 is drafted but pending verification of the deployment's filter configuration.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214884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2A3570"/>
          </a:solidFill>
          <a:ln w="9525">
            <a:solidFill>
              <a:srgbClr val="3E4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Entra-ID identity duality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6517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attempts, no convergence. Azure DevOps still runs on a scoped, time-boxed PAT.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2A3570"/>
          </a:solidFill>
          <a:ln w="9525">
            <a:solidFill>
              <a:srgbClr val="3E4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reviewer authentication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517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placeholder today. Gates any public URL — Phase 7 of the plan.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2A3570"/>
          </a:solidFill>
          <a:ln w="9525">
            <a:solidFill>
              <a:srgbClr val="3E4A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versus GPT-5-mini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5720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confirmed as regional quota. The decision itself remains unmade.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406908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2A3570"/>
          </a:solidFill>
          <a:ln w="9525">
            <a:solidFill>
              <a:srgbClr val="3E4A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Committed-tag hygiene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5720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not tagged Committed is invisible to OnePulse. A process dependency, not a technical one.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406908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2A3570"/>
          </a:solidFill>
          <a:ln w="9525">
            <a:solidFill>
              <a:srgbClr val="3E4A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5720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deployed yet. The system runs today as a local Streamlit application.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2026-09-09T17:17:00Z</dcterms:created>
  <dcterms:modified xsi:type="dcterms:W3CDTF">2026-09-09T17:17:00Z</dcterms:modified>
</cp:coreProperties>
</file>